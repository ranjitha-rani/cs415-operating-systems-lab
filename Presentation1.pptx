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7" r:id="rId1"/>
  </p:sldMasterIdLst>
  <p:sldIdLst>
    <p:sldId id="256" r:id="rId2"/>
    <p:sldId id="257" r:id="rId3"/>
    <p:sldId id="259" r:id="rId4"/>
    <p:sldId id="258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8"/>
    <p:restoredTop sz="94635"/>
  </p:normalViewPr>
  <p:slideViewPr>
    <p:cSldViewPr snapToGrid="0">
      <p:cViewPr varScale="1">
        <p:scale>
          <a:sx n="115" d="100"/>
          <a:sy n="115" d="100"/>
        </p:scale>
        <p:origin x="49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2787B6-9944-4045-BB6F-D806DBEC7279}" type="datetimeFigureOut">
              <a:rPr lang="en-US" smtClean="0"/>
              <a:t>4/2/26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4D4D6E-3BF6-8C4E-A560-079640514C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62910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2787B6-9944-4045-BB6F-D806DBEC7279}" type="datetimeFigureOut">
              <a:rPr lang="en-US" smtClean="0"/>
              <a:t>4/2/26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4D4D6E-3BF6-8C4E-A560-079640514C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87808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2787B6-9944-4045-BB6F-D806DBEC7279}" type="datetimeFigureOut">
              <a:rPr lang="en-US" smtClean="0"/>
              <a:t>4/2/26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4D4D6E-3BF6-8C4E-A560-079640514C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66988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2787B6-9944-4045-BB6F-D806DBEC7279}" type="datetimeFigureOut">
              <a:rPr lang="en-US" smtClean="0"/>
              <a:t>4/2/26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4D4D6E-3BF6-8C4E-A560-079640514C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95803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2787B6-9944-4045-BB6F-D806DBEC7279}" type="datetimeFigureOut">
              <a:rPr lang="en-US" smtClean="0"/>
              <a:t>4/2/26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4D4D6E-3BF6-8C4E-A560-079640514C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75963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2787B6-9944-4045-BB6F-D806DBEC7279}" type="datetimeFigureOut">
              <a:rPr lang="en-US" smtClean="0"/>
              <a:t>4/2/26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4D4D6E-3BF6-8C4E-A560-079640514C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8300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2787B6-9944-4045-BB6F-D806DBEC7279}" type="datetimeFigureOut">
              <a:rPr lang="en-US" smtClean="0"/>
              <a:t>4/2/26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4D4D6E-3BF6-8C4E-A560-079640514C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31709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2787B6-9944-4045-BB6F-D806DBEC7279}" type="datetimeFigureOut">
              <a:rPr lang="en-US" smtClean="0"/>
              <a:t>4/2/26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4D4D6E-3BF6-8C4E-A560-079640514C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34311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2787B6-9944-4045-BB6F-D806DBEC7279}" type="datetimeFigureOut">
              <a:rPr lang="en-US" smtClean="0"/>
              <a:t>4/2/26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4D4D6E-3BF6-8C4E-A560-079640514C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7174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2787B6-9944-4045-BB6F-D806DBEC7279}" type="datetimeFigureOut">
              <a:rPr lang="en-US" smtClean="0"/>
              <a:t>4/2/26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4D4D6E-3BF6-8C4E-A560-079640514C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10239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2787B6-9944-4045-BB6F-D806DBEC7279}" type="datetimeFigureOut">
              <a:rPr lang="en-US" smtClean="0"/>
              <a:t>4/2/26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4D4D6E-3BF6-8C4E-A560-079640514C25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649911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2787B6-9944-4045-BB6F-D806DBEC7279}" type="datetimeFigureOut">
              <a:rPr lang="en-US" smtClean="0"/>
              <a:t>4/2/26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4D4D6E-3BF6-8C4E-A560-079640514C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197453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2787B6-9944-4045-BB6F-D806DBEC7279}" type="datetimeFigureOut">
              <a:rPr lang="en-US" smtClean="0"/>
              <a:t>4/2/26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4D4D6E-3BF6-8C4E-A560-079640514C25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5993463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2787B6-9944-4045-BB6F-D806DBEC7279}" type="datetimeFigureOut">
              <a:rPr lang="en-US" smtClean="0"/>
              <a:t>4/2/26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4D4D6E-3BF6-8C4E-A560-079640514C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071537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2787B6-9944-4045-BB6F-D806DBEC7279}" type="datetimeFigureOut">
              <a:rPr lang="en-US" smtClean="0"/>
              <a:t>4/2/26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4D4D6E-3BF6-8C4E-A560-079640514C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30430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2787B6-9944-4045-BB6F-D806DBEC7279}" type="datetimeFigureOut">
              <a:rPr lang="en-US" smtClean="0"/>
              <a:t>4/2/26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4D4D6E-3BF6-8C4E-A560-079640514C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19952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2787B6-9944-4045-BB6F-D806DBEC7279}" type="datetimeFigureOut">
              <a:rPr lang="en-US" smtClean="0"/>
              <a:t>4/2/26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D4D4D6E-3BF6-8C4E-A560-079640514C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34142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ranjitha-rani.github.io/cs415-operating-systems-lab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4A99A-BA20-5318-6128-644DAC66CAB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CS415 – Operating Systems Laboratory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1E3C1A-841C-4C0E-7185-BC211A9CDF1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Spring 2026 </a:t>
            </a:r>
          </a:p>
        </p:txBody>
      </p:sp>
    </p:spTree>
    <p:extLst>
      <p:ext uri="{BB962C8B-B14F-4D97-AF65-F5344CB8AC3E}">
        <p14:creationId xmlns:p14="http://schemas.microsoft.com/office/powerpoint/2010/main" val="30252782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E5B4F9-8D22-9C8C-17B8-E5E98CDD74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1013" y="2326888"/>
            <a:ext cx="8596668" cy="1320800"/>
          </a:xfrm>
        </p:spPr>
        <p:txBody>
          <a:bodyPr/>
          <a:lstStyle/>
          <a:p>
            <a:pPr algn="ctr"/>
            <a:r>
              <a:rPr lang="en-US" dirty="0"/>
              <a:t>Introductions</a:t>
            </a:r>
          </a:p>
        </p:txBody>
      </p:sp>
    </p:spTree>
    <p:extLst>
      <p:ext uri="{BB962C8B-B14F-4D97-AF65-F5344CB8AC3E}">
        <p14:creationId xmlns:p14="http://schemas.microsoft.com/office/powerpoint/2010/main" val="27156170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E2B1D4-604D-D09D-550A-E0108F47AD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Operating Systems</a:t>
            </a:r>
          </a:p>
        </p:txBody>
      </p:sp>
      <p:pic>
        <p:nvPicPr>
          <p:cNvPr id="1026" name="Picture 2" descr="Introduction to Operating System - GeeksforGeeks">
            <a:extLst>
              <a:ext uri="{FF2B5EF4-FFF2-40B4-BE49-F238E27FC236}">
                <a16:creationId xmlns:a16="http://schemas.microsoft.com/office/drawing/2014/main" id="{A5C726CF-BA0A-A5D3-98BD-4FCD4027A2B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2712" y="3713356"/>
            <a:ext cx="6289288" cy="31446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39D13D5-7CB4-5B71-5BB7-FC0938E5E2DF}"/>
              </a:ext>
            </a:extLst>
          </p:cNvPr>
          <p:cNvSpPr txBox="1"/>
          <p:nvPr/>
        </p:nvSpPr>
        <p:spPr>
          <a:xfrm>
            <a:off x="780584" y="1683834"/>
            <a:ext cx="799542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Acts as an </a:t>
            </a:r>
            <a:r>
              <a:rPr lang="en-US" b="1" dirty="0"/>
              <a:t>interface between the user and the computer hardware</a:t>
            </a:r>
          </a:p>
          <a:p>
            <a:r>
              <a:rPr lang="en-US" dirty="0"/>
              <a:t>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Manages system resources</a:t>
            </a:r>
            <a:r>
              <a:rPr lang="en-US" dirty="0"/>
              <a:t> like CPU, memory, storage, and devices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Provides services so applications (Chrome, VS Code, etc.) can </a:t>
            </a:r>
            <a:r>
              <a:rPr lang="en-US" b="1" dirty="0"/>
              <a:t>run smoothly and efficiently</a:t>
            </a:r>
            <a:r>
              <a:rPr lang="en-US" dirty="0"/>
              <a:t>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29743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D41B7-9FD6-3C67-C166-A00B7654FD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Lab Logistics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32294A-03FC-E0AB-71BA-032362158B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Lab website - </a:t>
            </a:r>
            <a:r>
              <a:rPr lang="en-US" dirty="0">
                <a:hlinkClick r:id="rId2"/>
              </a:rPr>
              <a:t>https://ranjitha-rani.github.io/cs415-operating-systems-lab/</a:t>
            </a:r>
            <a:endParaRPr lang="en-US" dirty="0"/>
          </a:p>
          <a:p>
            <a:r>
              <a:rPr lang="en-US" dirty="0"/>
              <a:t>Lab timings: Friday – 12:00 – 12:50 pm – KLAMATH B026</a:t>
            </a:r>
          </a:p>
          <a:p>
            <a:r>
              <a:rPr lang="en-US" dirty="0"/>
              <a:t>Lab distribution</a:t>
            </a:r>
          </a:p>
          <a:p>
            <a:pPr lvl="1"/>
            <a:r>
              <a:rPr lang="en-US" dirty="0"/>
              <a:t>Lab attendance – 10%</a:t>
            </a:r>
          </a:p>
          <a:p>
            <a:pPr lvl="1"/>
            <a:r>
              <a:rPr lang="en-US" dirty="0"/>
              <a:t>Lab submissions – 10%</a:t>
            </a:r>
          </a:p>
        </p:txBody>
      </p:sp>
    </p:spTree>
    <p:extLst>
      <p:ext uri="{BB962C8B-B14F-4D97-AF65-F5344CB8AC3E}">
        <p14:creationId xmlns:p14="http://schemas.microsoft.com/office/powerpoint/2010/main" val="1292124443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Violet">
      <a:dk1>
        <a:sysClr val="windowText" lastClr="000000"/>
      </a:dk1>
      <a:lt1>
        <a:sysClr val="window" lastClr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878</TotalTime>
  <Words>90</Words>
  <Application>Microsoft Macintosh PowerPoint</Application>
  <PresentationFormat>Widescreen</PresentationFormat>
  <Paragraphs>15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Trebuchet MS</vt:lpstr>
      <vt:lpstr>Wingdings 3</vt:lpstr>
      <vt:lpstr>Facet</vt:lpstr>
      <vt:lpstr>CS415 – Operating Systems Laboratory</vt:lpstr>
      <vt:lpstr>Introductions</vt:lpstr>
      <vt:lpstr>Operating Systems</vt:lpstr>
      <vt:lpstr>Lab Logistics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Ranjitha Rani Ranjitha Rani</dc:creator>
  <cp:lastModifiedBy>Ranjitha Rani Ranjitha Rani</cp:lastModifiedBy>
  <cp:revision>1</cp:revision>
  <dcterms:created xsi:type="dcterms:W3CDTF">2026-04-03T04:24:29Z</dcterms:created>
  <dcterms:modified xsi:type="dcterms:W3CDTF">2026-04-03T19:03:18Z</dcterms:modified>
</cp:coreProperties>
</file>